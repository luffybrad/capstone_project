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Political &amp; Governance Challenges Facing Modern Society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Challenges, Impacts, and Preferred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societies face complex political and governance challenges.</a:t>
            </a:r>
          </a:p>
          <a:p>
            <a:pPr lvl="1"/>
            <a:r>
              <a:t>Globalization and technology have reshaped governance systems.</a:t>
            </a:r>
          </a:p>
          <a:p>
            <a:pPr lvl="1"/>
            <a:r>
              <a:t>Effective leadership and accountability are more important than ever.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Political Polarization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Growing ideological divisions among citizens.</a:t>
            </a:r>
          </a:p>
          <a:p>
            <a:pPr lvl="1"/>
            <a:r>
              <a:t>Weakening of bipartisan cooperation.</a:t>
            </a:r>
          </a:p>
          <a:p>
            <a:pPr lvl="1"/>
            <a:r>
              <a:t>Spread of misinformation through digital platforms.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Corruption &amp; Lack of Accountability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Misuse of public resources.</a:t>
            </a:r>
          </a:p>
          <a:p>
            <a:pPr lvl="1"/>
            <a:r>
              <a:t>Weak institutional oversight mechanisms.</a:t>
            </a:r>
          </a:p>
          <a:p>
            <a:pPr lvl="1"/>
            <a:r>
              <a:t>Declining public trust in government institutions.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Economic Inequality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Unequal distribution of wealth and opportunities.</a:t>
            </a:r>
          </a:p>
          <a:p>
            <a:pPr lvl="1"/>
            <a:r>
              <a:t>Limited access to education and healthcare.</a:t>
            </a:r>
          </a:p>
          <a:p>
            <a:pPr lvl="1"/>
            <a:r>
              <a:t>Social unrest due to economic disparities.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Technological Disruption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Cybersecurity threats and data privacy concerns.</a:t>
            </a:r>
          </a:p>
          <a:p>
            <a:pPr lvl="1"/>
            <a:r>
              <a:t>Regulation of artificial intelligence and automation.</a:t>
            </a:r>
          </a:p>
          <a:p>
            <a:pPr lvl="1"/>
            <a:r>
              <a:t>Digital divide between urban and rural populations.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Governance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Climate change and environmental degradation.</a:t>
            </a:r>
          </a:p>
          <a:p>
            <a:pPr lvl="1"/>
            <a:r>
              <a:t>Migration and refugee crises.</a:t>
            </a:r>
          </a:p>
          <a:p>
            <a:pPr lvl="1"/>
            <a:r>
              <a:t>Pandemics and global health emergencies.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Preferred Solutions: Strengthening Institutions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Enhance transparency and anti-corruption measures.</a:t>
            </a:r>
          </a:p>
          <a:p>
            <a:pPr lvl="1"/>
            <a:r>
              <a:t>Promote independent judiciary and free press.</a:t>
            </a:r>
          </a:p>
          <a:p>
            <a:pPr lvl="1"/>
            <a:r>
              <a:t>Strengthen checks and balances.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Preferred Solutions: Inclusive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Encourage citizen participation in decision-making.</a:t>
            </a:r>
          </a:p>
          <a:p>
            <a:pPr lvl="1"/>
            <a:r>
              <a:t>Protect minority rights and promote equality.</a:t>
            </a:r>
          </a:p>
          <a:p>
            <a:pPr lvl="1"/>
            <a:r>
              <a:t>Support civic education and political literacy.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Preferred Solutions: Responsible Technology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clear data protection laws.</a:t>
            </a:r>
          </a:p>
          <a:p>
            <a:pPr lvl="1"/>
            <a:r>
              <a:t>Promote digital literacy programs.</a:t>
            </a:r>
          </a:p>
          <a:p>
            <a:pPr lvl="1"/>
            <a:r>
              <a:t>Strengthen cybersecurity frameworks.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Preferred Solutions: International Cooperation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Strengthen multilateral institutions.</a:t>
            </a:r>
          </a:p>
          <a:p>
            <a:pPr lvl="1"/>
            <a:r>
              <a:t>Collaborate on climate action and global health.</a:t>
            </a:r>
          </a:p>
          <a:p>
            <a:pPr lvl="1"/>
            <a:r>
              <a:t>Promote peace, diplomacy, and conflict resolution.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governance requires adaptability and accountability.</a:t>
            </a:r>
          </a:p>
          <a:p>
            <a:pPr lvl="1"/>
            <a:r>
              <a:t>Inclusive and transparent leadership builds public trust.</a:t>
            </a:r>
          </a:p>
          <a:p>
            <a:pPr lvl="1"/>
            <a:r>
              <a:t>Collaborative solutions are key to a sustainable 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