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Progressive Web Apps (PWAs)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Web Applications with Native App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Progressive Web App?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application that behaves like a native mobile app</a:t>
            </a:r>
          </a:p>
          <a:p>
            <a:pPr lvl="1"/>
            <a:r>
              <a:t>Built using standard web technologies (HTML, CSS, JavaScript)</a:t>
            </a:r>
          </a:p>
          <a:p>
            <a:pPr lvl="1"/>
            <a:r>
              <a:t>Works on any device with a modern browser</a:t>
            </a:r>
          </a:p>
          <a:p>
            <a:pPr lvl="1"/>
            <a:r>
              <a:t>Combines the best of web and mobile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Progressive Web Apps?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mobile-first world</a:t>
            </a:r>
          </a:p>
          <a:p>
            <a:pPr lvl="1"/>
            <a:r>
              <a:t>Need for fast, reliable web experiences</a:t>
            </a:r>
          </a:p>
          <a:p>
            <a:pPr lvl="1"/>
            <a:r>
              <a:t>Reduced development cost (one app for all platforms)</a:t>
            </a:r>
          </a:p>
          <a:p>
            <a:pPr lvl="1"/>
            <a:r>
              <a:t>No need for app store installation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Characteristics of PWAs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Progressive – Works for every user</a:t>
            </a:r>
          </a:p>
          <a:p>
            <a:pPr lvl="1"/>
            <a:r>
              <a:t>Responsive – Fits any screen size</a:t>
            </a:r>
          </a:p>
          <a:p>
            <a:pPr lvl="1"/>
            <a:r>
              <a:t>Connectivity independent – Works offline</a:t>
            </a:r>
          </a:p>
          <a:p>
            <a:pPr lvl="1"/>
            <a:r>
              <a:t>App-like – Feels like a native app</a:t>
            </a:r>
          </a:p>
          <a:p>
            <a:pPr lvl="1"/>
            <a:r>
              <a:t>Secure – Served over HTTPS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a PWA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Workers</a:t>
            </a:r>
          </a:p>
          <a:p>
            <a:pPr lvl="1"/>
            <a:r>
              <a:t>Web App Manifest</a:t>
            </a:r>
          </a:p>
          <a:p>
            <a:pPr lvl="1"/>
            <a:r>
              <a:t>HTTPS</a:t>
            </a:r>
          </a:p>
          <a:p>
            <a:pPr lvl="1"/>
            <a:r>
              <a:t>Responsive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Workers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file running in the background</a:t>
            </a:r>
          </a:p>
          <a:p>
            <a:pPr lvl="1"/>
            <a:r>
              <a:t>Enables offline functionality</a:t>
            </a:r>
          </a:p>
          <a:p>
            <a:pPr lvl="1"/>
            <a:r>
              <a:t>Handles caching of assets</a:t>
            </a:r>
          </a:p>
          <a:p>
            <a:pPr lvl="1"/>
            <a:r>
              <a:t>Manages push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file that defines app metadata</a:t>
            </a:r>
          </a:p>
          <a:p>
            <a:pPr lvl="1"/>
            <a:r>
              <a:t>App name and icons</a:t>
            </a:r>
          </a:p>
          <a:p>
            <a:pPr lvl="1"/>
            <a:r>
              <a:t>Theme colors</a:t>
            </a:r>
          </a:p>
          <a:p>
            <a:pPr lvl="1"/>
            <a:r>
              <a:t>Controls how app appears when installed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Caches static assets</a:t>
            </a:r>
          </a:p>
          <a:p>
            <a:pPr lvl="1"/>
            <a:r>
              <a:t>Stores API responses</a:t>
            </a:r>
          </a:p>
          <a:p>
            <a:pPr lvl="1"/>
            <a:r>
              <a:t>Enables background sync</a:t>
            </a:r>
          </a:p>
          <a:p>
            <a:pPr lvl="1"/>
            <a:r>
              <a:t>Improves reliability in poor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'Add to Home Screen'</a:t>
            </a:r>
          </a:p>
          <a:p>
            <a:pPr lvl="1"/>
            <a:r>
              <a:t>Launches in standalone mode</a:t>
            </a:r>
          </a:p>
          <a:p>
            <a:pPr lvl="1"/>
            <a:r>
              <a:t>No app store required</a:t>
            </a:r>
          </a:p>
          <a:p>
            <a:pPr lvl="1"/>
            <a:r>
              <a:t>Lightweight compared to native 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loading with caching strategies</a:t>
            </a:r>
          </a:p>
          <a:p>
            <a:pPr lvl="1"/>
            <a:r>
              <a:t>Reduced server load</a:t>
            </a:r>
          </a:p>
          <a:p>
            <a:pPr lvl="1"/>
            <a:r>
              <a:t>Improved user engagement</a:t>
            </a:r>
          </a:p>
          <a:p>
            <a:pPr lvl="1"/>
            <a:r>
              <a:t>Lower bounce rates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Re-engage users</a:t>
            </a:r>
          </a:p>
          <a:p>
            <a:pPr lvl="1"/>
            <a:r>
              <a:t>Send real-time updates</a:t>
            </a:r>
          </a:p>
          <a:p>
            <a:pPr lvl="1"/>
            <a:r>
              <a:t>Work even when browser is closed</a:t>
            </a:r>
          </a:p>
          <a:p>
            <a:pPr lvl="1"/>
            <a:r>
              <a:t>Require user permission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PWA vs Native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codebase vs multiple platforms</a:t>
            </a:r>
          </a:p>
          <a:p>
            <a:pPr lvl="1"/>
            <a:r>
              <a:t>No installation barrier</a:t>
            </a:r>
          </a:p>
          <a:p>
            <a:pPr lvl="1"/>
            <a:r>
              <a:t>Lower storage usage</a:t>
            </a:r>
          </a:p>
          <a:p>
            <a:pPr lvl="1"/>
            <a:r>
              <a:t>Limited access to some device hardware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PWA vs Traditional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support vs online-only</a:t>
            </a:r>
          </a:p>
          <a:p>
            <a:pPr lvl="1"/>
            <a:r>
              <a:t>Installable vs browser-only</a:t>
            </a:r>
          </a:p>
          <a:p>
            <a:pPr lvl="1"/>
            <a:r>
              <a:t>Background processes enabled</a:t>
            </a:r>
          </a:p>
          <a:p>
            <a:pPr lvl="1"/>
            <a:r>
              <a:t>Enhanced performance via caching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PWAs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Twitter Lite</a:t>
            </a:r>
          </a:p>
          <a:p>
            <a:pPr lvl="1"/>
            <a:r>
              <a:t>Pinterest</a:t>
            </a:r>
          </a:p>
          <a:p>
            <a:pPr lvl="1"/>
            <a:r>
              <a:t>Spotify Web</a:t>
            </a:r>
          </a:p>
          <a:p>
            <a:pPr lvl="1"/>
            <a:r>
              <a:t>Starbucks Web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to Build PWAs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pPr lvl="1"/>
            <a:r>
              <a:t>React, Vue, Angular</a:t>
            </a:r>
          </a:p>
          <a:p>
            <a:pPr lvl="1"/>
            <a:r>
              <a:t>Workbox for service workers</a:t>
            </a:r>
          </a:p>
          <a:p>
            <a:pPr lvl="1"/>
            <a:r>
              <a:t>Lighthouse for performance auditing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PWAs bridge web and mobile experiences</a:t>
            </a:r>
          </a:p>
          <a:p>
            <a:pPr lvl="1"/>
            <a:r>
              <a:t>Cost-effective and scalable solution</a:t>
            </a:r>
          </a:p>
          <a:p>
            <a:pPr lvl="1"/>
            <a:r>
              <a:t>Ideal for performance-focused applications</a:t>
            </a:r>
          </a:p>
          <a:p>
            <a:pPr lvl="1"/>
            <a:r>
              <a:t>Future of modern web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