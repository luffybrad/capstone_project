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African Traditional Cuisine &amp; Food Practices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Cuisine as Sovereignty, Healing, and Diasporic Continuity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Reframing African Cuisine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African cuisine is sophisticated living infrastructure.</a:t>
            </a:r>
          </a:p>
          <a:p>
            <a:pPr lvl="1"/>
            <a:r>
              <a:t>Encodes ecological wisdom and medicinal knowledge.</a:t>
            </a:r>
          </a:p>
          <a:p>
            <a:pPr lvl="1"/>
            <a:r>
              <a:t>Expresses philosophical worldviews and identity.</a:t>
            </a:r>
          </a:p>
          <a:p>
            <a:pPr lvl="1"/>
            <a:r>
              <a:t>Connects Africa and its global diaspora.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Food as Cosmology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Example: The New Yam Festival.</a:t>
            </a:r>
          </a:p>
          <a:p>
            <a:pPr lvl="1"/>
            <a:r>
              <a:t>Not just harvest celebration.</a:t>
            </a:r>
          </a:p>
          <a:p>
            <a:pPr lvl="1"/>
            <a:r>
              <a:t>A theological contract between living, ancestors, and earth.</a:t>
            </a:r>
          </a:p>
          <a:p>
            <a:pPr lvl="1"/>
            <a:r>
              <a:t>Ritual food as 'edible philosophy'.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Food as Pharmacy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Daily medicinal ingredients:</a:t>
            </a:r>
          </a:p>
          <a:p>
            <a:pPr lvl="1"/>
            <a:r>
              <a:t>Ginger – anti-inflammatory properties.</a:t>
            </a:r>
          </a:p>
          <a:p>
            <a:pPr lvl="1"/>
            <a:r>
              <a:t>Baobab – vitamin C &amp; immune support.</a:t>
            </a:r>
          </a:p>
          <a:p>
            <a:pPr lvl="1"/>
            <a:r>
              <a:t>Moringa – nutrient-dense superfood.</a:t>
            </a:r>
          </a:p>
          <a:p>
            <a:pPr lvl="1"/>
            <a:r>
              <a:t>Blackjack – antimicrobial benefits.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Food as Social Infrastructure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Commensality builds community.</a:t>
            </a:r>
          </a:p>
          <a:p>
            <a:pPr lvl="1"/>
            <a:r>
              <a:t>Ethiopian injera shared platters.</a:t>
            </a:r>
          </a:p>
          <a:p>
            <a:pPr lvl="1"/>
            <a:r>
              <a:t>Zimbabwean sadza traditions.</a:t>
            </a:r>
          </a:p>
          <a:p>
            <a:pPr lvl="1"/>
            <a:r>
              <a:t>Food as edible social glue beyond formal institutions.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Food as Diasporic Continuity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African culinary influence survived the Middle Passage.</a:t>
            </a:r>
          </a:p>
          <a:p>
            <a:pPr lvl="1"/>
            <a:r>
              <a:t>Ethiopian coffee traditions.</a:t>
            </a:r>
          </a:p>
          <a:p>
            <a:pPr lvl="1"/>
            <a:r>
              <a:t>West African kola nuts.</a:t>
            </a:r>
          </a:p>
          <a:p>
            <a:pPr lvl="1"/>
            <a:r>
              <a:t>Okra/gumbo &amp; acarajé (akara).</a:t>
            </a:r>
          </a:p>
          <a:p>
            <a:pPr lvl="1"/>
            <a:r>
              <a:t>Cuisine as living archive of resistance.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Food as Sovereignty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2025 African Chefs Gathering Declaration.</a:t>
            </a:r>
          </a:p>
          <a:p>
            <a:pPr lvl="1"/>
            <a:r>
              <a:t>Indigenous foods as sacred heritage.</a:t>
            </a:r>
          </a:p>
          <a:p>
            <a:pPr lvl="1"/>
            <a:r>
              <a:t>Confronting colonial curricula &amp; policy neglect.</a:t>
            </a:r>
          </a:p>
          <a:p>
            <a:pPr lvl="1"/>
            <a:r>
              <a:t>Reclaiming generational food knowledge.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Forgotten &amp; Climate-Resilient Crops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FAO Compendium of Forgotten Foods.</a:t>
            </a:r>
          </a:p>
          <a:p>
            <a:pPr lvl="1"/>
            <a:r>
              <a:t>Fonio – drought-resistant ancient grain.</a:t>
            </a:r>
          </a:p>
          <a:p>
            <a:pPr lvl="1"/>
            <a:r>
              <a:t>Baobab – nutrient-rich fruit.</a:t>
            </a:r>
          </a:p>
          <a:p>
            <a:pPr lvl="1"/>
            <a:r>
              <a:t>Bambara groundnut – protein-rich legume.</a:t>
            </a:r>
          </a:p>
          <a:p>
            <a:pPr lvl="1"/>
            <a:r>
              <a:t>Food security through indigenous crops.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It Matters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Public health and preventive medicine.</a:t>
            </a:r>
          </a:p>
          <a:p>
            <a:pPr lvl="1"/>
            <a:r>
              <a:t>Economic empowerment and local food systems.</a:t>
            </a:r>
          </a:p>
          <a:p>
            <a:pPr lvl="1"/>
            <a:r>
              <a:t>Cultural identity and dignity.</a:t>
            </a:r>
          </a:p>
          <a:p>
            <a:pPr lvl="1"/>
            <a:r>
              <a:t>Decolonial food sovereignty.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African cuisine is not the past.</a:t>
            </a:r>
          </a:p>
          <a:p>
            <a:pPr lvl="1"/>
            <a:r>
              <a:t>It sustains bodies, economies, identities.</a:t>
            </a:r>
          </a:p>
          <a:p>
            <a:pPr lvl="1"/>
            <a:r>
              <a:t>Defending it is practical work of sovereignty.</a:t>
            </a:r>
          </a:p>
          <a:p>
            <a:pPr lvl="1"/>
            <a:r>
              <a:t>Food is Africa’s most intimate infrastructure.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